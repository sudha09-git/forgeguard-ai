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90" r:id="rId2"/>
    <p:sldId id="291" r:id="rId3"/>
    <p:sldId id="292" r:id="rId4"/>
    <p:sldId id="293" r:id="rId5"/>
    <p:sldId id="294" r:id="rId6"/>
    <p:sldId id="295" r:id="rId7"/>
    <p:sldId id="296" r:id="rId8"/>
    <p:sldId id="299" r:id="rId9"/>
    <p:sldId id="301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9E446C-1DFB-4F3A-8F3D-0248702F08FE}" v="18" dt="2026-09-10T09:18:37.812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dha rajput" userId="b1d82499a81a07d4" providerId="LiveId" clId="{9DB963F7-CF90-46E4-9498-E73096FA599E}"/>
    <pc:docChg chg="undo redo custSel addSld delSld modSld sldOrd">
      <pc:chgData name="sudha rajput" userId="b1d82499a81a07d4" providerId="LiveId" clId="{9DB963F7-CF90-46E4-9498-E73096FA599E}" dt="2026-09-10T10:04:25.348" v="607" actId="732"/>
      <pc:docMkLst>
        <pc:docMk/>
      </pc:docMkLst>
      <pc:sldChg chg="addSp delSp modSp mod">
        <pc:chgData name="sudha rajput" userId="b1d82499a81a07d4" providerId="LiveId" clId="{9DB963F7-CF90-46E4-9498-E73096FA599E}" dt="2026-09-10T09:16:11.715" v="548" actId="114"/>
        <pc:sldMkLst>
          <pc:docMk/>
          <pc:sldMk cId="952317876" sldId="291"/>
        </pc:sldMkLst>
        <pc:spChg chg="del mod">
          <ac:chgData name="sudha rajput" userId="b1d82499a81a07d4" providerId="LiveId" clId="{9DB963F7-CF90-46E4-9498-E73096FA599E}" dt="2026-09-10T08:26:44.300" v="440"/>
          <ac:spMkLst>
            <pc:docMk/>
            <pc:sldMk cId="952317876" sldId="291"/>
            <ac:spMk id="3" creationId="{B0B023FA-CFEB-ACE9-8425-7E72E307CDC5}"/>
          </ac:spMkLst>
        </pc:spChg>
        <pc:spChg chg="mod">
          <ac:chgData name="sudha rajput" userId="b1d82499a81a07d4" providerId="LiveId" clId="{9DB963F7-CF90-46E4-9498-E73096FA599E}" dt="2026-09-10T09:16:11.715" v="548" actId="114"/>
          <ac:spMkLst>
            <pc:docMk/>
            <pc:sldMk cId="952317876" sldId="291"/>
            <ac:spMk id="4" creationId="{A828B9EF-C084-F5D4-CA27-75AF7D995640}"/>
          </ac:spMkLst>
        </pc:spChg>
        <pc:spChg chg="mod">
          <ac:chgData name="sudha rajput" userId="b1d82499a81a07d4" providerId="LiveId" clId="{9DB963F7-CF90-46E4-9498-E73096FA599E}" dt="2026-09-10T09:15:36.195" v="545" actId="115"/>
          <ac:spMkLst>
            <pc:docMk/>
            <pc:sldMk cId="952317876" sldId="291"/>
            <ac:spMk id="7" creationId="{3D723CA3-EC2D-165A-F109-3759C4E9C8A4}"/>
          </ac:spMkLst>
        </pc:spChg>
        <pc:graphicFrameChg chg="mod modGraphic">
          <ac:chgData name="sudha rajput" userId="b1d82499a81a07d4" providerId="LiveId" clId="{9DB963F7-CF90-46E4-9498-E73096FA599E}" dt="2026-09-10T09:13:36.792" v="536" actId="20577"/>
          <ac:graphicFrameMkLst>
            <pc:docMk/>
            <pc:sldMk cId="952317876" sldId="291"/>
            <ac:graphicFrameMk id="96" creationId="{00000000-0000-0000-0000-000000000000}"/>
          </ac:graphicFrameMkLst>
        </pc:graphicFrameChg>
        <pc:picChg chg="add del mod">
          <ac:chgData name="sudha rajput" userId="b1d82499a81a07d4" providerId="LiveId" clId="{9DB963F7-CF90-46E4-9498-E73096FA599E}" dt="2026-09-09T20:15:25.596" v="72" actId="931"/>
          <ac:picMkLst>
            <pc:docMk/>
            <pc:sldMk cId="952317876" sldId="291"/>
            <ac:picMk id="5" creationId="{9EEBEE9D-31A2-663C-587C-D0CD98DB552C}"/>
          </ac:picMkLst>
        </pc:picChg>
        <pc:picChg chg="add del mod">
          <ac:chgData name="sudha rajput" userId="b1d82499a81a07d4" providerId="LiveId" clId="{9DB963F7-CF90-46E4-9498-E73096FA599E}" dt="2026-09-09T20:15:41.243" v="74" actId="931"/>
          <ac:picMkLst>
            <pc:docMk/>
            <pc:sldMk cId="952317876" sldId="291"/>
            <ac:picMk id="8" creationId="{20E025B1-A9E1-DB36-3961-242F4F27B25D}"/>
          </ac:picMkLst>
        </pc:picChg>
        <pc:picChg chg="add del mod">
          <ac:chgData name="sudha rajput" userId="b1d82499a81a07d4" providerId="LiveId" clId="{9DB963F7-CF90-46E4-9498-E73096FA599E}" dt="2026-09-09T20:15:54.058" v="76" actId="931"/>
          <ac:picMkLst>
            <pc:docMk/>
            <pc:sldMk cId="952317876" sldId="291"/>
            <ac:picMk id="10" creationId="{B8C8FAF4-F0CF-B549-94AE-90003747211E}"/>
          </ac:picMkLst>
        </pc:picChg>
        <pc:picChg chg="add mod">
          <ac:chgData name="sudha rajput" userId="b1d82499a81a07d4" providerId="LiveId" clId="{9DB963F7-CF90-46E4-9498-E73096FA599E}" dt="2026-09-10T09:13:21.104" v="535" actId="1076"/>
          <ac:picMkLst>
            <pc:docMk/>
            <pc:sldMk cId="952317876" sldId="291"/>
            <ac:picMk id="12" creationId="{5AF340DA-4826-AAE7-5446-9499C9C844CA}"/>
          </ac:picMkLst>
        </pc:picChg>
        <pc:picChg chg="del">
          <ac:chgData name="sudha rajput" userId="b1d82499a81a07d4" providerId="LiveId" clId="{9DB963F7-CF90-46E4-9498-E73096FA599E}" dt="2026-09-09T20:14:38.884" v="70" actId="478"/>
          <ac:picMkLst>
            <pc:docMk/>
            <pc:sldMk cId="952317876" sldId="291"/>
            <ac:picMk id="98" creationId="{00000000-0000-0000-0000-000000000000}"/>
          </ac:picMkLst>
        </pc:picChg>
      </pc:sldChg>
      <pc:sldChg chg="modSp mod">
        <pc:chgData name="sudha rajput" userId="b1d82499a81a07d4" providerId="LiveId" clId="{9DB963F7-CF90-46E4-9498-E73096FA599E}" dt="2026-09-10T09:16:40.432" v="552" actId="115"/>
        <pc:sldMkLst>
          <pc:docMk/>
          <pc:sldMk cId="261653373" sldId="292"/>
        </pc:sldMkLst>
        <pc:spChg chg="mod">
          <ac:chgData name="sudha rajput" userId="b1d82499a81a07d4" providerId="LiveId" clId="{9DB963F7-CF90-46E4-9498-E73096FA599E}" dt="2026-09-10T09:16:40.432" v="552" actId="115"/>
          <ac:spMkLst>
            <pc:docMk/>
            <pc:sldMk cId="261653373" sldId="292"/>
            <ac:spMk id="2" creationId="{C6F6745E-14BA-0766-CE1E-32E29663832D}"/>
          </ac:spMkLst>
        </pc:spChg>
        <pc:spChg chg="mod">
          <ac:chgData name="sudha rajput" userId="b1d82499a81a07d4" providerId="LiveId" clId="{9DB963F7-CF90-46E4-9498-E73096FA599E}" dt="2026-09-10T09:16:24.138" v="549" actId="115"/>
          <ac:spMkLst>
            <pc:docMk/>
            <pc:sldMk cId="261653373" sldId="292"/>
            <ac:spMk id="3" creationId="{3847FA31-EA47-D27A-9D69-AF50A3080AEC}"/>
          </ac:spMkLst>
        </pc:spChg>
      </pc:sldChg>
      <pc:sldChg chg="modSp mod">
        <pc:chgData name="sudha rajput" userId="b1d82499a81a07d4" providerId="LiveId" clId="{9DB963F7-CF90-46E4-9498-E73096FA599E}" dt="2026-09-10T09:15:19.160" v="544" actId="115"/>
        <pc:sldMkLst>
          <pc:docMk/>
          <pc:sldMk cId="619459906" sldId="293"/>
        </pc:sldMkLst>
        <pc:spChg chg="mod">
          <ac:chgData name="sudha rajput" userId="b1d82499a81a07d4" providerId="LiveId" clId="{9DB963F7-CF90-46E4-9498-E73096FA599E}" dt="2026-09-10T09:15:05.465" v="543" actId="115"/>
          <ac:spMkLst>
            <pc:docMk/>
            <pc:sldMk cId="619459906" sldId="293"/>
            <ac:spMk id="2" creationId="{4A1BF701-ABCA-4DF0-8330-B6AF71EF8E39}"/>
          </ac:spMkLst>
        </pc:spChg>
        <pc:spChg chg="mod">
          <ac:chgData name="sudha rajput" userId="b1d82499a81a07d4" providerId="LiveId" clId="{9DB963F7-CF90-46E4-9498-E73096FA599E}" dt="2026-09-10T09:15:19.160" v="544" actId="115"/>
          <ac:spMkLst>
            <pc:docMk/>
            <pc:sldMk cId="619459906" sldId="293"/>
            <ac:spMk id="3" creationId="{527F30CC-07EF-8FCC-DA00-C9212F5DAECE}"/>
          </ac:spMkLst>
        </pc:spChg>
      </pc:sldChg>
      <pc:sldChg chg="modSp mod">
        <pc:chgData name="sudha rajput" userId="b1d82499a81a07d4" providerId="LiveId" clId="{9DB963F7-CF90-46E4-9498-E73096FA599E}" dt="2026-09-10T09:17:30.335" v="554" actId="115"/>
        <pc:sldMkLst>
          <pc:docMk/>
          <pc:sldMk cId="443603904" sldId="294"/>
        </pc:sldMkLst>
        <pc:spChg chg="mod">
          <ac:chgData name="sudha rajput" userId="b1d82499a81a07d4" providerId="LiveId" clId="{9DB963F7-CF90-46E4-9498-E73096FA599E}" dt="2026-09-10T09:17:30.335" v="554" actId="115"/>
          <ac:spMkLst>
            <pc:docMk/>
            <pc:sldMk cId="443603904" sldId="294"/>
            <ac:spMk id="2" creationId="{151FBD4A-3273-E454-091D-D5B0678FC299}"/>
          </ac:spMkLst>
        </pc:spChg>
        <pc:spChg chg="mod">
          <ac:chgData name="sudha rajput" userId="b1d82499a81a07d4" providerId="LiveId" clId="{9DB963F7-CF90-46E4-9498-E73096FA599E}" dt="2026-09-09T20:38:44.850" v="220" actId="1076"/>
          <ac:spMkLst>
            <pc:docMk/>
            <pc:sldMk cId="443603904" sldId="294"/>
            <ac:spMk id="3" creationId="{4A7608B5-9906-EFCF-959A-E89FC2E3EE19}"/>
          </ac:spMkLst>
        </pc:spChg>
      </pc:sldChg>
      <pc:sldChg chg="delSp modSp add del mod">
        <pc:chgData name="sudha rajput" userId="b1d82499a81a07d4" providerId="LiveId" clId="{9DB963F7-CF90-46E4-9498-E73096FA599E}" dt="2026-09-10T09:49:45.998" v="592" actId="47"/>
        <pc:sldMkLst>
          <pc:docMk/>
          <pc:sldMk cId="3114963633" sldId="295"/>
        </pc:sldMkLst>
        <pc:spChg chg="mod">
          <ac:chgData name="sudha rajput" userId="b1d82499a81a07d4" providerId="LiveId" clId="{9DB963F7-CF90-46E4-9498-E73096FA599E}" dt="2026-09-10T09:02:57.601" v="530" actId="1076"/>
          <ac:spMkLst>
            <pc:docMk/>
            <pc:sldMk cId="3114963633" sldId="295"/>
            <ac:spMk id="2" creationId="{9BB86949-7ED1-C43B-B1E3-5122BB67A596}"/>
          </ac:spMkLst>
        </pc:spChg>
        <pc:spChg chg="del mod">
          <ac:chgData name="sudha rajput" userId="b1d82499a81a07d4" providerId="LiveId" clId="{9DB963F7-CF90-46E4-9498-E73096FA599E}" dt="2026-09-10T09:02:33.218" v="524" actId="478"/>
          <ac:spMkLst>
            <pc:docMk/>
            <pc:sldMk cId="3114963633" sldId="295"/>
            <ac:spMk id="9" creationId="{6FFF7BC6-93D0-8D42-34B7-C226B1B96C2D}"/>
          </ac:spMkLst>
        </pc:spChg>
        <pc:spChg chg="del">
          <ac:chgData name="sudha rajput" userId="b1d82499a81a07d4" providerId="LiveId" clId="{9DB963F7-CF90-46E4-9498-E73096FA599E}" dt="2026-09-10T09:02:35.596" v="525" actId="478"/>
          <ac:spMkLst>
            <pc:docMk/>
            <pc:sldMk cId="3114963633" sldId="295"/>
            <ac:spMk id="10" creationId="{A6C81E80-ED7B-4240-A8EE-0221D9ACD900}"/>
          </ac:spMkLst>
        </pc:spChg>
        <pc:spChg chg="mod">
          <ac:chgData name="sudha rajput" userId="b1d82499a81a07d4" providerId="LiveId" clId="{9DB963F7-CF90-46E4-9498-E73096FA599E}" dt="2026-09-10T09:17:44.284" v="555" actId="115"/>
          <ac:spMkLst>
            <pc:docMk/>
            <pc:sldMk cId="3114963633" sldId="295"/>
            <ac:spMk id="135" creationId="{2A145802-2DD3-EEBA-7D44-210C05B98C91}"/>
          </ac:spMkLst>
        </pc:spChg>
        <pc:picChg chg="del mod">
          <ac:chgData name="sudha rajput" userId="b1d82499a81a07d4" providerId="LiveId" clId="{9DB963F7-CF90-46E4-9498-E73096FA599E}" dt="2026-09-10T09:02:17.652" v="522" actId="478"/>
          <ac:picMkLst>
            <pc:docMk/>
            <pc:sldMk cId="3114963633" sldId="295"/>
            <ac:picMk id="5" creationId="{61F38907-89DE-28F7-316F-44E7DAB9309E}"/>
          </ac:picMkLst>
        </pc:picChg>
      </pc:sldChg>
      <pc:sldChg chg="addSp delSp modSp add del mod ord">
        <pc:chgData name="sudha rajput" userId="b1d82499a81a07d4" providerId="LiveId" clId="{9DB963F7-CF90-46E4-9498-E73096FA599E}" dt="2026-09-10T09:49:47.137" v="593" actId="20578"/>
        <pc:sldMkLst>
          <pc:docMk/>
          <pc:sldMk cId="1316545553" sldId="296"/>
        </pc:sldMkLst>
        <pc:spChg chg="mod">
          <ac:chgData name="sudha rajput" userId="b1d82499a81a07d4" providerId="LiveId" clId="{9DB963F7-CF90-46E4-9498-E73096FA599E}" dt="2026-09-10T09:17:53.635" v="556" actId="115"/>
          <ac:spMkLst>
            <pc:docMk/>
            <pc:sldMk cId="1316545553" sldId="296"/>
            <ac:spMk id="2" creationId="{B64CF172-D2AF-03D8-F919-AA7827A0D969}"/>
          </ac:spMkLst>
        </pc:spChg>
        <pc:picChg chg="add del mod">
          <ac:chgData name="sudha rajput" userId="b1d82499a81a07d4" providerId="LiveId" clId="{9DB963F7-CF90-46E4-9498-E73096FA599E}" dt="2026-09-10T08:59:59.444" v="507" actId="478"/>
          <ac:picMkLst>
            <pc:docMk/>
            <pc:sldMk cId="1316545553" sldId="296"/>
            <ac:picMk id="4" creationId="{27ABE589-D001-2DF7-21C6-C411F4A73315}"/>
          </ac:picMkLst>
        </pc:picChg>
        <pc:picChg chg="add mod modCrop">
          <ac:chgData name="sudha rajput" userId="b1d82499a81a07d4" providerId="LiveId" clId="{9DB963F7-CF90-46E4-9498-E73096FA599E}" dt="2026-09-10T09:00:56.534" v="519" actId="1076"/>
          <ac:picMkLst>
            <pc:docMk/>
            <pc:sldMk cId="1316545553" sldId="296"/>
            <ac:picMk id="5" creationId="{3CD07768-9AD5-5F50-225F-501DF330D1DA}"/>
          </ac:picMkLst>
        </pc:picChg>
        <pc:picChg chg="del">
          <ac:chgData name="sudha rajput" userId="b1d82499a81a07d4" providerId="LiveId" clId="{9DB963F7-CF90-46E4-9498-E73096FA599E}" dt="2026-09-09T20:46:17.023" v="268" actId="478"/>
          <ac:picMkLst>
            <pc:docMk/>
            <pc:sldMk cId="1316545553" sldId="296"/>
            <ac:picMk id="5" creationId="{5DC7512A-0AA7-CC22-D1D2-C738BF12660E}"/>
          </ac:picMkLst>
        </pc:picChg>
      </pc:sldChg>
      <pc:sldChg chg="delSp del mod">
        <pc:chgData name="sudha rajput" userId="b1d82499a81a07d4" providerId="LiveId" clId="{9DB963F7-CF90-46E4-9498-E73096FA599E}" dt="2026-09-10T09:02:13.302" v="521" actId="47"/>
        <pc:sldMkLst>
          <pc:docMk/>
          <pc:sldMk cId="232371894" sldId="297"/>
        </pc:sldMkLst>
        <pc:picChg chg="del">
          <ac:chgData name="sudha rajput" userId="b1d82499a81a07d4" providerId="LiveId" clId="{9DB963F7-CF90-46E4-9498-E73096FA599E}" dt="2026-09-10T09:02:10.662" v="520" actId="478"/>
          <ac:picMkLst>
            <pc:docMk/>
            <pc:sldMk cId="232371894" sldId="297"/>
            <ac:picMk id="5" creationId="{433A290A-6680-D490-E6D4-9336496B1C34}"/>
          </ac:picMkLst>
        </pc:picChg>
      </pc:sldChg>
      <pc:sldChg chg="del">
        <pc:chgData name="sudha rajput" userId="b1d82499a81a07d4" providerId="LiveId" clId="{9DB963F7-CF90-46E4-9498-E73096FA599E}" dt="2026-09-10T08:08:01.747" v="375" actId="47"/>
        <pc:sldMkLst>
          <pc:docMk/>
          <pc:sldMk cId="445195169" sldId="298"/>
        </pc:sldMkLst>
      </pc:sldChg>
      <pc:sldChg chg="modSp add del mod">
        <pc:chgData name="sudha rajput" userId="b1d82499a81a07d4" providerId="LiveId" clId="{9DB963F7-CF90-46E4-9498-E73096FA599E}" dt="2026-09-10T09:49:44.248" v="590" actId="47"/>
        <pc:sldMkLst>
          <pc:docMk/>
          <pc:sldMk cId="4000696967" sldId="299"/>
        </pc:sldMkLst>
        <pc:spChg chg="mod">
          <ac:chgData name="sudha rajput" userId="b1d82499a81a07d4" providerId="LiveId" clId="{9DB963F7-CF90-46E4-9498-E73096FA599E}" dt="2026-09-10T09:18:12.373" v="558" actId="115"/>
          <ac:spMkLst>
            <pc:docMk/>
            <pc:sldMk cId="4000696967" sldId="299"/>
            <ac:spMk id="2" creationId="{B84A7B44-8B20-5A39-ED43-DA98D0FC7976}"/>
          </ac:spMkLst>
        </pc:spChg>
        <pc:spChg chg="mod">
          <ac:chgData name="sudha rajput" userId="b1d82499a81a07d4" providerId="LiveId" clId="{9DB963F7-CF90-46E4-9498-E73096FA599E}" dt="2026-09-09T20:49:23.654" v="289" actId="1076"/>
          <ac:spMkLst>
            <pc:docMk/>
            <pc:sldMk cId="4000696967" sldId="299"/>
            <ac:spMk id="3" creationId="{322462E8-EB3A-DA7D-44CB-4E757803A755}"/>
          </ac:spMkLst>
        </pc:spChg>
        <pc:picChg chg="mod">
          <ac:chgData name="sudha rajput" userId="b1d82499a81a07d4" providerId="LiveId" clId="{9DB963F7-CF90-46E4-9498-E73096FA599E}" dt="2026-09-09T20:48:54.468" v="282" actId="1076"/>
          <ac:picMkLst>
            <pc:docMk/>
            <pc:sldMk cId="4000696967" sldId="299"/>
            <ac:picMk id="196" creationId="{00000000-0000-0000-0000-000000000000}"/>
          </ac:picMkLst>
        </pc:picChg>
      </pc:sldChg>
      <pc:sldChg chg="del">
        <pc:chgData name="sudha rajput" userId="b1d82499a81a07d4" providerId="LiveId" clId="{9DB963F7-CF90-46E4-9498-E73096FA599E}" dt="2026-09-10T08:08:09.908" v="376" actId="47"/>
        <pc:sldMkLst>
          <pc:docMk/>
          <pc:sldMk cId="893417001" sldId="300"/>
        </pc:sldMkLst>
      </pc:sldChg>
      <pc:sldChg chg="addSp delSp modSp add del mod">
        <pc:chgData name="sudha rajput" userId="b1d82499a81a07d4" providerId="LiveId" clId="{9DB963F7-CF90-46E4-9498-E73096FA599E}" dt="2026-09-10T10:04:25.348" v="607" actId="732"/>
        <pc:sldMkLst>
          <pc:docMk/>
          <pc:sldMk cId="1429961814" sldId="301"/>
        </pc:sldMkLst>
        <pc:spChg chg="mod">
          <ac:chgData name="sudha rajput" userId="b1d82499a81a07d4" providerId="LiveId" clId="{9DB963F7-CF90-46E4-9498-E73096FA599E}" dt="2026-09-10T09:18:26.746" v="559" actId="115"/>
          <ac:spMkLst>
            <pc:docMk/>
            <pc:sldMk cId="1429961814" sldId="301"/>
            <ac:spMk id="278" creationId="{78DA0257-5105-834D-150D-50732C7248D1}"/>
          </ac:spMkLst>
        </pc:spChg>
        <pc:picChg chg="add del mod modCrop">
          <ac:chgData name="sudha rajput" userId="b1d82499a81a07d4" providerId="LiveId" clId="{9DB963F7-CF90-46E4-9498-E73096FA599E}" dt="2026-09-10T10:04:25.348" v="607" actId="732"/>
          <ac:picMkLst>
            <pc:docMk/>
            <pc:sldMk cId="1429961814" sldId="301"/>
            <ac:picMk id="4" creationId="{D730D82A-AD33-3B35-DC32-38B3040BBC4F}"/>
          </ac:picMkLst>
        </pc:picChg>
        <pc:picChg chg="del">
          <ac:chgData name="sudha rajput" userId="b1d82499a81a07d4" providerId="LiveId" clId="{9DB963F7-CF90-46E4-9498-E73096FA599E}" dt="2026-09-09T21:09:08.199" v="341" actId="478"/>
          <ac:picMkLst>
            <pc:docMk/>
            <pc:sldMk cId="1429961814" sldId="301"/>
            <ac:picMk id="4" creationId="{E430EE8C-8F89-5938-483F-00452050511A}"/>
          </ac:picMkLst>
        </pc:picChg>
        <pc:picChg chg="add del mod modCrop">
          <ac:chgData name="sudha rajput" userId="b1d82499a81a07d4" providerId="LiveId" clId="{9DB963F7-CF90-46E4-9498-E73096FA599E}" dt="2026-09-10T10:02:01.369" v="595" actId="478"/>
          <ac:picMkLst>
            <pc:docMk/>
            <pc:sldMk cId="1429961814" sldId="301"/>
            <ac:picMk id="5" creationId="{AD0DA63A-1B8F-FC9E-ABA1-C433BB553ABB}"/>
          </ac:picMkLst>
        </pc:picChg>
      </pc:sldChg>
      <pc:sldChg chg="addSp delSp modSp add del mod">
        <pc:chgData name="sudha rajput" userId="b1d82499a81a07d4" providerId="LiveId" clId="{9DB963F7-CF90-46E4-9498-E73096FA599E}" dt="2026-09-10T09:49:40.247" v="588" actId="47"/>
        <pc:sldMkLst>
          <pc:docMk/>
          <pc:sldMk cId="3585092305" sldId="302"/>
        </pc:sldMkLst>
        <pc:spChg chg="add del mod">
          <ac:chgData name="sudha rajput" userId="b1d82499a81a07d4" providerId="LiveId" clId="{9DB963F7-CF90-46E4-9498-E73096FA599E}" dt="2026-09-10T09:18:42.551" v="564"/>
          <ac:spMkLst>
            <pc:docMk/>
            <pc:sldMk cId="3585092305" sldId="302"/>
            <ac:spMk id="3" creationId="{FDF10FED-31BB-6276-CF2B-9116AA394D35}"/>
          </ac:spMkLst>
        </pc:spChg>
        <pc:spChg chg="mod">
          <ac:chgData name="sudha rajput" userId="b1d82499a81a07d4" providerId="LiveId" clId="{9DB963F7-CF90-46E4-9498-E73096FA599E}" dt="2026-09-10T09:18:47.756" v="565" actId="1076"/>
          <ac:spMkLst>
            <pc:docMk/>
            <pc:sldMk cId="3585092305" sldId="302"/>
            <ac:spMk id="278" creationId="{A5DD5E73-E4F8-AB1C-5A5A-D4EBAD6FD1B8}"/>
          </ac:spMkLst>
        </pc:spChg>
        <pc:picChg chg="add mod modCrop">
          <ac:chgData name="sudha rajput" userId="b1d82499a81a07d4" providerId="LiveId" clId="{9DB963F7-CF90-46E4-9498-E73096FA599E}" dt="2026-09-10T09:18:41.469" v="562" actId="1076"/>
          <ac:picMkLst>
            <pc:docMk/>
            <pc:sldMk cId="3585092305" sldId="302"/>
            <ac:picMk id="4" creationId="{6D7D0686-C81E-2589-DB05-16D6E22ABE67}"/>
          </ac:picMkLst>
        </pc:picChg>
        <pc:picChg chg="del">
          <ac:chgData name="sudha rajput" userId="b1d82499a81a07d4" providerId="LiveId" clId="{9DB963F7-CF90-46E4-9498-E73096FA599E}" dt="2026-09-09T21:10:36.763" v="350" actId="478"/>
          <ac:picMkLst>
            <pc:docMk/>
            <pc:sldMk cId="3585092305" sldId="302"/>
            <ac:picMk id="5" creationId="{146B9DE6-C4BB-B81B-528A-B8789445C3FE}"/>
          </ac:picMkLst>
        </pc:picChg>
      </pc:sldChg>
      <pc:sldChg chg="addSp delSp modSp add del mod">
        <pc:chgData name="sudha rajput" userId="b1d82499a81a07d4" providerId="LiveId" clId="{9DB963F7-CF90-46E4-9498-E73096FA599E}" dt="2026-09-10T09:49:38.294" v="587" actId="47"/>
        <pc:sldMkLst>
          <pc:docMk/>
          <pc:sldMk cId="2601907186" sldId="303"/>
        </pc:sldMkLst>
        <pc:spChg chg="mod">
          <ac:chgData name="sudha rajput" userId="b1d82499a81a07d4" providerId="LiveId" clId="{9DB963F7-CF90-46E4-9498-E73096FA599E}" dt="2026-09-10T09:19:02.706" v="566" actId="115"/>
          <ac:spMkLst>
            <pc:docMk/>
            <pc:sldMk cId="2601907186" sldId="303"/>
            <ac:spMk id="278" creationId="{67AD5A0A-54A3-BC96-26BB-9C49B61555EC}"/>
          </ac:spMkLst>
        </pc:spChg>
        <pc:picChg chg="del">
          <ac:chgData name="sudha rajput" userId="b1d82499a81a07d4" providerId="LiveId" clId="{9DB963F7-CF90-46E4-9498-E73096FA599E}" dt="2026-09-09T21:13:05.928" v="363" actId="478"/>
          <ac:picMkLst>
            <pc:docMk/>
            <pc:sldMk cId="2601907186" sldId="303"/>
            <ac:picMk id="4" creationId="{BA6C1B5E-405A-0E58-2397-353A88D82B9B}"/>
          </ac:picMkLst>
        </pc:picChg>
        <pc:picChg chg="add mod modCrop">
          <ac:chgData name="sudha rajput" userId="b1d82499a81a07d4" providerId="LiveId" clId="{9DB963F7-CF90-46E4-9498-E73096FA599E}" dt="2026-09-09T21:14:37.372" v="372" actId="14100"/>
          <ac:picMkLst>
            <pc:docMk/>
            <pc:sldMk cId="2601907186" sldId="303"/>
            <ac:picMk id="5" creationId="{78673A9B-F74A-C92C-EEAD-504DFEE0D475}"/>
          </ac:picMkLst>
        </pc:picChg>
      </pc:sldChg>
      <pc:sldChg chg="modSp mod">
        <pc:chgData name="sudha rajput" userId="b1d82499a81a07d4" providerId="LiveId" clId="{9DB963F7-CF90-46E4-9498-E73096FA599E}" dt="2026-09-10T09:19:09.270" v="567" actId="115"/>
        <pc:sldMkLst>
          <pc:docMk/>
          <pc:sldMk cId="2325282270" sldId="304"/>
        </pc:sldMkLst>
        <pc:spChg chg="mod">
          <ac:chgData name="sudha rajput" userId="b1d82499a81a07d4" providerId="LiveId" clId="{9DB963F7-CF90-46E4-9498-E73096FA599E}" dt="2026-09-10T09:19:09.270" v="567" actId="115"/>
          <ac:spMkLst>
            <pc:docMk/>
            <pc:sldMk cId="2325282270" sldId="304"/>
            <ac:spMk id="2" creationId="{6FA184BA-BCF2-3D7B-30D0-0F3CF30C161B}"/>
          </ac:spMkLst>
        </pc:spChg>
        <pc:spChg chg="mod">
          <ac:chgData name="sudha rajput" userId="b1d82499a81a07d4" providerId="LiveId" clId="{9DB963F7-CF90-46E4-9498-E73096FA599E}" dt="2026-09-09T20:53:19.655" v="313" actId="113"/>
          <ac:spMkLst>
            <pc:docMk/>
            <pc:sldMk cId="2325282270" sldId="304"/>
            <ac:spMk id="3" creationId="{ED65F54F-855A-0DB6-09A6-3212C5F7405B}"/>
          </ac:spMkLst>
        </pc:spChg>
      </pc:sldChg>
      <pc:sldChg chg="addSp modSp mod">
        <pc:chgData name="sudha rajput" userId="b1d82499a81a07d4" providerId="LiveId" clId="{9DB963F7-CF90-46E4-9498-E73096FA599E}" dt="2026-09-10T09:19:16.007" v="568" actId="115"/>
        <pc:sldMkLst>
          <pc:docMk/>
          <pc:sldMk cId="4040412275" sldId="305"/>
        </pc:sldMkLst>
        <pc:spChg chg="mod">
          <ac:chgData name="sudha rajput" userId="b1d82499a81a07d4" providerId="LiveId" clId="{9DB963F7-CF90-46E4-9498-E73096FA599E}" dt="2026-09-10T09:19:16.007" v="568" actId="115"/>
          <ac:spMkLst>
            <pc:docMk/>
            <pc:sldMk cId="4040412275" sldId="305"/>
            <ac:spMk id="278" creationId="{187EEB9C-2E84-113A-3CE6-1507BF5B039F}"/>
          </ac:spMkLst>
        </pc:spChg>
        <pc:spChg chg="mod">
          <ac:chgData name="sudha rajput" userId="b1d82499a81a07d4" providerId="LiveId" clId="{9DB963F7-CF90-46E4-9498-E73096FA599E}" dt="2026-09-10T08:20:47.350" v="397" actId="1076"/>
          <ac:spMkLst>
            <pc:docMk/>
            <pc:sldMk cId="4040412275" sldId="305"/>
            <ac:spMk id="279" creationId="{3711AF54-94A6-B837-31EF-9A8C4ECB9AF6}"/>
          </ac:spMkLst>
        </pc:spChg>
        <pc:picChg chg="add mod modCrop">
          <ac:chgData name="sudha rajput" userId="b1d82499a81a07d4" providerId="LiveId" clId="{9DB963F7-CF90-46E4-9498-E73096FA599E}" dt="2026-09-10T08:21:03.288" v="399" actId="1076"/>
          <ac:picMkLst>
            <pc:docMk/>
            <pc:sldMk cId="4040412275" sldId="305"/>
            <ac:picMk id="3" creationId="{6DF0770C-58C2-A51C-5F6A-0D1B0F5FC95F}"/>
          </ac:picMkLst>
        </pc:picChg>
      </pc:sldChg>
      <pc:sldChg chg="addSp delSp modSp mod">
        <pc:chgData name="sudha rajput" userId="b1d82499a81a07d4" providerId="LiveId" clId="{9DB963F7-CF90-46E4-9498-E73096FA599E}" dt="2026-09-10T09:19:28.857" v="573" actId="113"/>
        <pc:sldMkLst>
          <pc:docMk/>
          <pc:sldMk cId="740028465" sldId="306"/>
        </pc:sldMkLst>
        <pc:spChg chg="add del mod">
          <ac:chgData name="sudha rajput" userId="b1d82499a81a07d4" providerId="LiveId" clId="{9DB963F7-CF90-46E4-9498-E73096FA599E}" dt="2026-09-09T20:55:25.708" v="322"/>
          <ac:spMkLst>
            <pc:docMk/>
            <pc:sldMk cId="740028465" sldId="306"/>
            <ac:spMk id="2" creationId="{FC1B2D4C-BB50-9585-FF94-598180964881}"/>
          </ac:spMkLst>
        </pc:spChg>
        <pc:spChg chg="mod">
          <ac:chgData name="sudha rajput" userId="b1d82499a81a07d4" providerId="LiveId" clId="{9DB963F7-CF90-46E4-9498-E73096FA599E}" dt="2026-09-10T09:19:28.857" v="573" actId="113"/>
          <ac:spMkLst>
            <pc:docMk/>
            <pc:sldMk cId="740028465" sldId="306"/>
            <ac:spMk id="278" creationId="{0668C6FD-577A-7288-5642-1AFC22BD04F2}"/>
          </ac:spMkLst>
        </pc:spChg>
        <pc:spChg chg="mod">
          <ac:chgData name="sudha rajput" userId="b1d82499a81a07d4" providerId="LiveId" clId="{9DB963F7-CF90-46E4-9498-E73096FA599E}" dt="2026-09-09T20:56:26.680" v="335" actId="1076"/>
          <ac:spMkLst>
            <pc:docMk/>
            <pc:sldMk cId="740028465" sldId="306"/>
            <ac:spMk id="279" creationId="{EAFA16CB-0A72-5AC5-69A0-ABF4A752B43F}"/>
          </ac:spMkLst>
        </pc:spChg>
        <pc:spChg chg="mod">
          <ac:chgData name="sudha rajput" userId="b1d82499a81a07d4" providerId="LiveId" clId="{9DB963F7-CF90-46E4-9498-E73096FA599E}" dt="2026-09-09T20:56:17.063" v="334" actId="1076"/>
          <ac:spMkLst>
            <pc:docMk/>
            <pc:sldMk cId="740028465" sldId="306"/>
            <ac:spMk id="282" creationId="{F1C3EBC2-438F-C150-9ABF-F14321C2CC5C}"/>
          </ac:spMkLst>
        </pc:spChg>
      </pc:sldChg>
      <pc:sldChg chg="addSp delSp modSp mod">
        <pc:chgData name="sudha rajput" userId="b1d82499a81a07d4" providerId="LiveId" clId="{9DB963F7-CF90-46E4-9498-E73096FA599E}" dt="2026-09-10T09:19:41.856" v="574" actId="115"/>
        <pc:sldMkLst>
          <pc:docMk/>
          <pc:sldMk cId="2833482715" sldId="307"/>
        </pc:sldMkLst>
        <pc:spChg chg="del">
          <ac:chgData name="sudha rajput" userId="b1d82499a81a07d4" providerId="LiveId" clId="{9DB963F7-CF90-46E4-9498-E73096FA599E}" dt="2026-09-10T08:23:51.200" v="416" actId="478"/>
          <ac:spMkLst>
            <pc:docMk/>
            <pc:sldMk cId="2833482715" sldId="307"/>
            <ac:spMk id="3" creationId="{4837D5EE-379B-FDC5-0854-8AC81D31FADF}"/>
          </ac:spMkLst>
        </pc:spChg>
        <pc:spChg chg="mod">
          <ac:chgData name="sudha rajput" userId="b1d82499a81a07d4" providerId="LiveId" clId="{9DB963F7-CF90-46E4-9498-E73096FA599E}" dt="2026-09-10T09:19:41.856" v="574" actId="115"/>
          <ac:spMkLst>
            <pc:docMk/>
            <pc:sldMk cId="2833482715" sldId="307"/>
            <ac:spMk id="6" creationId="{3F1C7BCA-5DD7-F4D3-A937-D1C56976DA01}"/>
          </ac:spMkLst>
        </pc:spChg>
        <pc:picChg chg="del">
          <ac:chgData name="sudha rajput" userId="b1d82499a81a07d4" providerId="LiveId" clId="{9DB963F7-CF90-46E4-9498-E73096FA599E}" dt="2026-09-10T08:22:41.350" v="406" actId="478"/>
          <ac:picMkLst>
            <pc:docMk/>
            <pc:sldMk cId="2833482715" sldId="307"/>
            <ac:picMk id="4" creationId="{AD88C341-1F2F-9B6F-593F-2917E7E23DCB}"/>
          </ac:picMkLst>
        </pc:picChg>
        <pc:picChg chg="add del mod">
          <ac:chgData name="sudha rajput" userId="b1d82499a81a07d4" providerId="LiveId" clId="{9DB963F7-CF90-46E4-9498-E73096FA599E}" dt="2026-09-10T08:21:31.623" v="401" actId="478"/>
          <ac:picMkLst>
            <pc:docMk/>
            <pc:sldMk cId="2833482715" sldId="307"/>
            <ac:picMk id="5" creationId="{50C650CD-C88A-5BD4-E19C-1D15016DEC6E}"/>
          </ac:picMkLst>
        </pc:picChg>
        <pc:picChg chg="add del mod">
          <ac:chgData name="sudha rajput" userId="b1d82499a81a07d4" providerId="LiveId" clId="{9DB963F7-CF90-46E4-9498-E73096FA599E}" dt="2026-09-10T08:22:09.850" v="405" actId="478"/>
          <ac:picMkLst>
            <pc:docMk/>
            <pc:sldMk cId="2833482715" sldId="307"/>
            <ac:picMk id="8" creationId="{7EEA19D9-4E19-F7A2-1435-9E5EC240E4DB}"/>
          </ac:picMkLst>
        </pc:picChg>
        <pc:picChg chg="add mod modCrop">
          <ac:chgData name="sudha rajput" userId="b1d82499a81a07d4" providerId="LiveId" clId="{9DB963F7-CF90-46E4-9498-E73096FA599E}" dt="2026-09-10T08:26:15.644" v="436" actId="1076"/>
          <ac:picMkLst>
            <pc:docMk/>
            <pc:sldMk cId="2833482715" sldId="307"/>
            <ac:picMk id="10" creationId="{F9B8B681-E549-E4E2-038B-B3E885437278}"/>
          </ac:picMkLst>
        </pc:picChg>
      </pc:sldChg>
      <pc:sldChg chg="addSp delSp modSp mod">
        <pc:chgData name="sudha rajput" userId="b1d82499a81a07d4" providerId="LiveId" clId="{9DB963F7-CF90-46E4-9498-E73096FA599E}" dt="2026-09-10T09:19:50.784" v="575" actId="115"/>
        <pc:sldMkLst>
          <pc:docMk/>
          <pc:sldMk cId="4175177701" sldId="308"/>
        </pc:sldMkLst>
        <pc:spChg chg="mod">
          <ac:chgData name="sudha rajput" userId="b1d82499a81a07d4" providerId="LiveId" clId="{9DB963F7-CF90-46E4-9498-E73096FA599E}" dt="2026-09-10T09:19:50.784" v="575" actId="115"/>
          <ac:spMkLst>
            <pc:docMk/>
            <pc:sldMk cId="4175177701" sldId="308"/>
            <ac:spMk id="5" creationId="{CA8544A9-CF92-3FAF-D3EE-31DF90F7A64D}"/>
          </ac:spMkLst>
        </pc:spChg>
        <pc:spChg chg="del mod">
          <ac:chgData name="sudha rajput" userId="b1d82499a81a07d4" providerId="LiveId" clId="{9DB963F7-CF90-46E4-9498-E73096FA599E}" dt="2026-09-10T08:25:51.127" v="431"/>
          <ac:spMkLst>
            <pc:docMk/>
            <pc:sldMk cId="4175177701" sldId="308"/>
            <ac:spMk id="6" creationId="{C0D36B1A-26C2-CD55-1032-4CB5E4EDF305}"/>
          </ac:spMkLst>
        </pc:spChg>
        <pc:picChg chg="add mod modCrop">
          <ac:chgData name="sudha rajput" userId="b1d82499a81a07d4" providerId="LiveId" clId="{9DB963F7-CF90-46E4-9498-E73096FA599E}" dt="2026-09-10T08:26:05.363" v="435" actId="1076"/>
          <ac:picMkLst>
            <pc:docMk/>
            <pc:sldMk cId="4175177701" sldId="308"/>
            <ac:picMk id="3" creationId="{5606481A-9568-74E7-51CB-429B43AC6A74}"/>
          </ac:picMkLst>
        </pc:picChg>
        <pc:picChg chg="del">
          <ac:chgData name="sudha rajput" userId="b1d82499a81a07d4" providerId="LiveId" clId="{9DB963F7-CF90-46E4-9498-E73096FA599E}" dt="2026-09-10T08:24:02.575" v="418" actId="478"/>
          <ac:picMkLst>
            <pc:docMk/>
            <pc:sldMk cId="4175177701" sldId="308"/>
            <ac:picMk id="4" creationId="{099C3698-991D-7A38-C456-893C84C23FC9}"/>
          </ac:picMkLst>
        </pc:picChg>
      </pc:sldChg>
      <pc:sldChg chg="modSp mod">
        <pc:chgData name="sudha rajput" userId="b1d82499a81a07d4" providerId="LiveId" clId="{9DB963F7-CF90-46E4-9498-E73096FA599E}" dt="2026-09-10T09:49:48.832" v="594" actId="1076"/>
        <pc:sldMkLst>
          <pc:docMk/>
          <pc:sldMk cId="1440137342" sldId="309"/>
        </pc:sldMkLst>
        <pc:picChg chg="mod">
          <ac:chgData name="sudha rajput" userId="b1d82499a81a07d4" providerId="LiveId" clId="{9DB963F7-CF90-46E4-9498-E73096FA599E}" dt="2026-09-10T09:49:48.832" v="594" actId="1076"/>
          <ac:picMkLst>
            <pc:docMk/>
            <pc:sldMk cId="1440137342" sldId="309"/>
            <ac:picMk id="310" creationId="{00000000-0000-0000-0000-000000000000}"/>
          </ac:picMkLst>
        </pc:picChg>
      </pc:sldChg>
      <pc:sldChg chg="new del">
        <pc:chgData name="sudha rajput" userId="b1d82499a81a07d4" providerId="LiveId" clId="{9DB963F7-CF90-46E4-9498-E73096FA599E}" dt="2026-09-10T09:14:19.078" v="538" actId="47"/>
        <pc:sldMkLst>
          <pc:docMk/>
          <pc:sldMk cId="408224874" sldId="31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8E9CB32A-B328-07DF-4F33-E0118C92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BD392DC-EA03-14B5-7A53-AC36124B4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90BE8D5-07EC-73D0-0A62-4778024FF0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42077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F18774C-544B-0071-4FA9-86D0ADEC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68645894-EE59-A5F4-D411-C82EB564E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EE489F0-0910-6D8B-0254-C25DB0882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73585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58712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Granite and IBM Bob”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559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2519790548"/>
              </p:ext>
            </p:extLst>
          </p:nvPr>
        </p:nvGraphicFramePr>
        <p:xfrm>
          <a:off x="1299257" y="2600314"/>
          <a:ext cx="9771865" cy="2335297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1476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1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413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413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4876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653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  Sudha Singh Rajput 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 rajputsudha034@gmail.com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IN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dirty="0"/>
                        <a:t>      7489948377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Domain of  Project </a:t>
            </a:r>
            <a:r>
              <a:rPr lang="en-US" sz="2400" b="1" dirty="0"/>
              <a:t>– </a:t>
            </a:r>
            <a:r>
              <a:rPr lang="en-US" sz="2400" dirty="0"/>
              <a:t>Agriculture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4" y="530852"/>
            <a:ext cx="95811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Project Tile </a:t>
            </a:r>
            <a:r>
              <a:rPr lang="en-US" sz="2400" b="1" dirty="0"/>
              <a:t>– </a:t>
            </a:r>
            <a:r>
              <a:rPr lang="en-IN" sz="2400" dirty="0"/>
              <a:t>The Manufacturing Process Quality Control Agent</a:t>
            </a:r>
            <a:br>
              <a:rPr lang="en-IN" dirty="0"/>
            </a:br>
            <a:endParaRPr lang="en-IN" sz="2400" b="1" dirty="0">
              <a:highlight>
                <a:srgbClr val="FFFF00"/>
              </a:highlight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AF340DA-4826-AAE7-5446-9499C9C84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475" y="3697783"/>
            <a:ext cx="1891408" cy="113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317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914400" y="713469"/>
            <a:ext cx="10724677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50" b="1" dirty="0"/>
              <a:t>Problem Statement: Manufacturing Process Quality Control Agent</a:t>
            </a:r>
          </a:p>
          <a:p>
            <a:endParaRPr lang="en-IN" sz="1450" b="1" dirty="0"/>
          </a:p>
          <a:p>
            <a:r>
              <a:rPr lang="en-IN" sz="1450" b="1" u="sng" dirty="0"/>
              <a:t>The Challenge</a:t>
            </a:r>
          </a:p>
          <a:p>
            <a:r>
              <a:rPr lang="en-IN" sz="1450" dirty="0"/>
              <a:t>Manufacturing quality can be affected by variations in temperature, pressure, machine calibration, and material properties. Traditional manual inspections are time-consuming and may detect defects too late. An intelligent system is needed to monitor processes continuously and predict defects early.</a:t>
            </a:r>
          </a:p>
          <a:p>
            <a:endParaRPr lang="en-IN" sz="1450" dirty="0"/>
          </a:p>
          <a:p>
            <a:r>
              <a:rPr lang="en-IN" sz="1450" b="1" u="sng" dirty="0"/>
              <a:t>Objective</a:t>
            </a:r>
          </a:p>
          <a:p>
            <a:r>
              <a:rPr lang="en-IN" sz="1450" dirty="0"/>
              <a:t>Build an AI-powered Manufacturing Quality Control Agent that monitors production parameters in real time, detects anomalies, predicts defects, and recommends corrective actions.</a:t>
            </a:r>
          </a:p>
          <a:p>
            <a:endParaRPr lang="en-IN" sz="1450" dirty="0"/>
          </a:p>
          <a:p>
            <a:r>
              <a:rPr lang="en-IN" sz="1450" b="1" u="sng" dirty="0"/>
              <a:t>Key Features</a:t>
            </a:r>
          </a:p>
          <a:p>
            <a:pPr lvl="0"/>
            <a:r>
              <a:rPr lang="en-IN" sz="1450" b="1" dirty="0"/>
              <a:t>.RAG-Based Data Retrieval</a:t>
            </a:r>
            <a:r>
              <a:rPr lang="en-IN" sz="1450" dirty="0"/>
              <a:t> – Retrieves machine data, SOPs, inspection records, and quality information. </a:t>
            </a:r>
          </a:p>
          <a:p>
            <a:pPr lvl="0"/>
            <a:r>
              <a:rPr lang="en-IN" sz="1450" b="1" dirty="0"/>
              <a:t>.Defect Detection</a:t>
            </a:r>
            <a:r>
              <a:rPr lang="en-IN" sz="1450" dirty="0"/>
              <a:t> – Identifies abnormal process patterns. </a:t>
            </a:r>
          </a:p>
          <a:p>
            <a:pPr lvl="0"/>
            <a:r>
              <a:rPr lang="en-IN" sz="1450" b="1" dirty="0"/>
              <a:t>.Quality Prediction</a:t>
            </a:r>
            <a:r>
              <a:rPr lang="en-IN" sz="1450" dirty="0"/>
              <a:t> – Predicts potential defects before they occur. </a:t>
            </a:r>
          </a:p>
          <a:p>
            <a:pPr lvl="0"/>
            <a:r>
              <a:rPr lang="en-IN" sz="1450" b="1" dirty="0"/>
              <a:t>.Process Optimization</a:t>
            </a:r>
            <a:r>
              <a:rPr lang="en-IN" sz="1450" dirty="0"/>
              <a:t> – Recommends suitable process adjustments. </a:t>
            </a:r>
          </a:p>
          <a:p>
            <a:pPr lvl="0"/>
            <a:r>
              <a:rPr lang="en-IN" sz="1450" b="1" dirty="0"/>
              <a:t>.AI Quality Insights</a:t>
            </a:r>
            <a:r>
              <a:rPr lang="en-IN" sz="1450" dirty="0"/>
              <a:t> – Generates actionable reports for engineers. </a:t>
            </a:r>
          </a:p>
          <a:p>
            <a:r>
              <a:rPr lang="en-IN" sz="1450" b="1" dirty="0"/>
              <a:t>.Multi-Agent System</a:t>
            </a:r>
          </a:p>
          <a:p>
            <a:pPr lvl="0"/>
            <a:r>
              <a:rPr lang="en-IN" sz="1450" b="1" dirty="0"/>
              <a:t>.Process Monitoring Agent</a:t>
            </a:r>
            <a:r>
              <a:rPr lang="en-IN" sz="1450" dirty="0"/>
              <a:t> – Monitors machine and sensor data. </a:t>
            </a:r>
          </a:p>
          <a:p>
            <a:pPr lvl="0"/>
            <a:r>
              <a:rPr lang="en-IN" sz="1450" b="1" dirty="0"/>
              <a:t>.Quality Analysis Agent</a:t>
            </a:r>
            <a:r>
              <a:rPr lang="en-IN" sz="1450" dirty="0"/>
              <a:t> – Detects anomalies and quality deviations. </a:t>
            </a:r>
          </a:p>
          <a:p>
            <a:pPr lvl="0"/>
            <a:r>
              <a:rPr lang="en-IN" sz="1450" b="1" dirty="0"/>
              <a:t>.Defect Prediction Agent</a:t>
            </a:r>
            <a:r>
              <a:rPr lang="en-IN" sz="1450" dirty="0"/>
              <a:t> – Predicts potential defects. </a:t>
            </a:r>
          </a:p>
          <a:p>
            <a:pPr lvl="0"/>
            <a:r>
              <a:rPr lang="en-IN" sz="1450" b="1" dirty="0"/>
              <a:t>.Optimization Agent</a:t>
            </a:r>
            <a:r>
              <a:rPr lang="en-IN" sz="1450" dirty="0"/>
              <a:t> – Suggests corrective actions. </a:t>
            </a:r>
          </a:p>
          <a:p>
            <a:r>
              <a:rPr lang="en-IN" sz="1450" b="1" dirty="0"/>
              <a:t>.Visualization Dashboard</a:t>
            </a:r>
          </a:p>
          <a:p>
            <a:r>
              <a:rPr lang="en-IN" sz="1450" dirty="0"/>
              <a:t> Displays real-time production metrics, defect alerts, quality trends, risk scores, and AI recommendations through an interactive      dashboard.</a:t>
            </a:r>
          </a:p>
          <a:p>
            <a:r>
              <a:rPr lang="en-IN" sz="1450" b="1" dirty="0"/>
              <a:t>Mandatory Tech Stack</a:t>
            </a:r>
          </a:p>
          <a:p>
            <a:r>
              <a:rPr lang="en-IN" sz="1450" dirty="0"/>
              <a:t>IBM </a:t>
            </a:r>
            <a:r>
              <a:rPr lang="en-IN" sz="1450" dirty="0" err="1"/>
              <a:t>Langflow</a:t>
            </a:r>
            <a:r>
              <a:rPr lang="en-IN" sz="1450" dirty="0"/>
              <a:t> / IBM Orchestrate + IBM Models</a:t>
            </a:r>
          </a:p>
          <a:p>
            <a:endParaRPr lang="en-IN" sz="14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251804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Problem Statement </a:t>
            </a:r>
            <a:r>
              <a:rPr lang="en-US" sz="2400" b="1" dirty="0"/>
              <a:t>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6165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Proposed Solution — AI-Powered Manufacturing Quality Control Agent</a:t>
            </a:r>
          </a:p>
          <a:p>
            <a:endParaRPr lang="en-IN" b="1" dirty="0"/>
          </a:p>
          <a:p>
            <a:r>
              <a:rPr lang="en-IN" b="1" dirty="0" err="1"/>
              <a:t>SmartQ</a:t>
            </a:r>
            <a:r>
              <a:rPr lang="en-IN" b="1" dirty="0"/>
              <a:t>-Forge</a:t>
            </a:r>
            <a:r>
              <a:rPr lang="en-IN" dirty="0"/>
              <a:t> is an AI-powered, multi-agent quality intelligence platform that continuously monitors manufacturing processes, detects abnormal patterns, predicts defects before production loss occurs, and recommends corrective actions in real time.</a:t>
            </a:r>
          </a:p>
          <a:p>
            <a:r>
              <a:rPr lang="en-IN" dirty="0"/>
              <a:t>The system combines real-time sensor/machine data, historical production records, inspection reports, and manufacturing knowledge through RAG to create a unified quality intelligence layer.</a:t>
            </a:r>
          </a:p>
          <a:p>
            <a:endParaRPr lang="en-IN" dirty="0"/>
          </a:p>
          <a:p>
            <a:r>
              <a:rPr lang="en-IN" b="1" dirty="0"/>
              <a:t>  </a:t>
            </a:r>
            <a:r>
              <a:rPr lang="en-IN" b="1" u="sng" dirty="0"/>
              <a:t>How It Works</a:t>
            </a:r>
            <a:r>
              <a:rPr lang="en-IN" b="1" dirty="0"/>
              <a:t>:-</a:t>
            </a:r>
          </a:p>
          <a:p>
            <a:r>
              <a:rPr lang="en-IN" b="1" dirty="0"/>
              <a:t>1. Process Monitoring Agent</a:t>
            </a:r>
            <a:br>
              <a:rPr lang="en-IN" dirty="0"/>
            </a:br>
            <a:r>
              <a:rPr lang="en-IN" dirty="0"/>
              <a:t>Continuously </a:t>
            </a:r>
            <a:r>
              <a:rPr lang="en-IN" dirty="0" err="1"/>
              <a:t>analyzes</a:t>
            </a:r>
            <a:r>
              <a:rPr lang="en-IN" dirty="0"/>
              <a:t> machine parameters such as temperature, pressure, vibration, speed, and material conditions to identify deviations.</a:t>
            </a:r>
          </a:p>
          <a:p>
            <a:r>
              <a:rPr lang="en-IN" b="1" dirty="0"/>
              <a:t>2. Quality Analysis Agent</a:t>
            </a:r>
            <a:br>
              <a:rPr lang="en-IN" dirty="0"/>
            </a:br>
            <a:r>
              <a:rPr lang="en-IN" dirty="0"/>
              <a:t>Uses AI-driven anomaly detection to correlate process variations with historical quality and inspection data.</a:t>
            </a:r>
          </a:p>
          <a:p>
            <a:r>
              <a:rPr lang="en-IN" b="1" dirty="0"/>
              <a:t>3. Defect Prediction Agent</a:t>
            </a:r>
            <a:br>
              <a:rPr lang="en-IN" dirty="0"/>
            </a:br>
            <a:r>
              <a:rPr lang="en-IN" dirty="0"/>
              <a:t>Predicts the probability and type of upcoming defects, providing an early-warning Quality Risk Score before defective products are produced.</a:t>
            </a:r>
          </a:p>
          <a:p>
            <a:r>
              <a:rPr lang="en-IN" b="1" dirty="0"/>
              <a:t>4. Process Optimization Agent</a:t>
            </a:r>
            <a:br>
              <a:rPr lang="en-IN" dirty="0"/>
            </a:br>
            <a:r>
              <a:rPr lang="en-IN" dirty="0"/>
              <a:t>Recommends actionable parameter adjustments and corrective measures to engineers while considering production and quality constraints.</a:t>
            </a:r>
          </a:p>
          <a:p>
            <a:r>
              <a:rPr lang="en-IN" b="1" dirty="0"/>
              <a:t>5. RAG-Based Quality Intelligence</a:t>
            </a:r>
            <a:br>
              <a:rPr lang="en-IN" dirty="0"/>
            </a:br>
            <a:r>
              <a:rPr lang="en-IN" dirty="0"/>
              <a:t>Retrieves relevant SOPs, quality standards, machine manuals, inspection records, and past incidents to provide evidence-backed recommendations rather than generic AI responses.</a:t>
            </a:r>
          </a:p>
          <a:p>
            <a:r>
              <a:rPr lang="en-IN" b="1" dirty="0"/>
              <a:t>6. Quality Command Dashboard</a:t>
            </a:r>
            <a:br>
              <a:rPr lang="en-IN" dirty="0"/>
            </a:br>
            <a:r>
              <a:rPr lang="en-IN" dirty="0"/>
              <a:t>Provides real-time visibility into machine health, production quality, defect risk, anomaly alerts, quality trends, root causes, and recommended actions.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Proposed Solution </a:t>
            </a:r>
            <a:r>
              <a:rPr lang="en-US" sz="2400" b="1" dirty="0"/>
              <a:t>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619459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37911" y="405974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 u="sng" dirty="0"/>
              <a:t>Technology Used</a:t>
            </a:r>
            <a:endParaRPr lang="en-IN" sz="2400" b="1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1141032" y="1098736"/>
            <a:ext cx="1046103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• </a:t>
            </a:r>
            <a:r>
              <a:rPr lang="en-IN" sz="1800" b="1" dirty="0"/>
              <a:t>IBM Bob Platform</a:t>
            </a:r>
            <a:r>
              <a:rPr lang="en-IN" sz="1800" dirty="0"/>
              <a:t> – For designing and orchestrating multi-agent workflows visually.</a:t>
            </a:r>
          </a:p>
          <a:p>
            <a:endParaRPr lang="en-IN" sz="1800" dirty="0"/>
          </a:p>
          <a:p>
            <a:r>
              <a:rPr lang="en-IN" dirty="0"/>
              <a:t>• </a:t>
            </a:r>
            <a:r>
              <a:rPr lang="en-IN" sz="1800" b="1" dirty="0"/>
              <a:t>IBM Granite Model</a:t>
            </a:r>
            <a:r>
              <a:rPr lang="en-IN" sz="1800" dirty="0"/>
              <a:t> – For AI reasoning, quality analysis, and intelligent recommendations.</a:t>
            </a:r>
          </a:p>
          <a:p>
            <a:endParaRPr lang="en-IN" sz="1800" dirty="0"/>
          </a:p>
          <a:p>
            <a:r>
              <a:rPr lang="en-IN" sz="1800" dirty="0"/>
              <a:t>• </a:t>
            </a:r>
            <a:r>
              <a:rPr lang="en-IN" sz="1800" b="1" dirty="0"/>
              <a:t>IBM Cloud</a:t>
            </a:r>
            <a:r>
              <a:rPr lang="en-IN" sz="1800" dirty="0"/>
              <a:t> – For secure, scalable deployment of the Quality Control Agent.</a:t>
            </a:r>
          </a:p>
          <a:p>
            <a:endParaRPr lang="en-IN" sz="1800" dirty="0"/>
          </a:p>
          <a:p>
            <a:r>
              <a:rPr lang="en-IN" sz="1800" dirty="0"/>
              <a:t>• </a:t>
            </a:r>
            <a:r>
              <a:rPr lang="en-IN" sz="1800" b="1" dirty="0"/>
              <a:t>RAG</a:t>
            </a:r>
            <a:r>
              <a:rPr lang="en-IN" sz="1800" dirty="0"/>
              <a:t> – To retrieve relevant manufacturing data, SOPs, manuals, and inspection records before generating responses.</a:t>
            </a:r>
          </a:p>
          <a:p>
            <a:endParaRPr lang="en-IN" sz="1800" dirty="0"/>
          </a:p>
          <a:p>
            <a:r>
              <a:rPr lang="en-IN" sz="1800" dirty="0"/>
              <a:t>• </a:t>
            </a:r>
            <a:r>
              <a:rPr lang="en-IN" sz="1800" b="1" dirty="0"/>
              <a:t>IBM watsonx.ai</a:t>
            </a:r>
            <a:r>
              <a:rPr lang="en-IN" sz="1800" dirty="0"/>
              <a:t> – For AI model deployment, embeddings, evaluation, and governance.</a:t>
            </a:r>
          </a:p>
          <a:p>
            <a:endParaRPr lang="en-IN" sz="1800" dirty="0"/>
          </a:p>
          <a:p>
            <a:r>
              <a:rPr lang="en-IN" sz="1800" dirty="0"/>
              <a:t>• </a:t>
            </a:r>
            <a:r>
              <a:rPr lang="en-IN" sz="1800" b="1" dirty="0"/>
              <a:t>Vector Database (FAISS/</a:t>
            </a:r>
            <a:r>
              <a:rPr lang="en-IN" sz="1800" b="1" dirty="0" err="1"/>
              <a:t>ChromaDB</a:t>
            </a:r>
            <a:r>
              <a:rPr lang="en-IN" sz="1800" b="1" dirty="0"/>
              <a:t>)</a:t>
            </a:r>
            <a:r>
              <a:rPr lang="en-IN" sz="1800" dirty="0"/>
              <a:t> – For fast retrieval of manufacturing knowledge and historical records</a:t>
            </a:r>
          </a:p>
          <a:p>
            <a:r>
              <a:rPr lang="en-IN" sz="1800" dirty="0"/>
              <a:t>.</a:t>
            </a:r>
          </a:p>
          <a:p>
            <a:r>
              <a:rPr lang="en-IN" sz="1800" dirty="0"/>
              <a:t>• </a:t>
            </a:r>
            <a:r>
              <a:rPr lang="en-IN" sz="1800" b="1" dirty="0"/>
              <a:t>Python + Machine Learning</a:t>
            </a:r>
            <a:r>
              <a:rPr lang="en-IN" sz="1800" dirty="0"/>
              <a:t> – For anomaly detection, defect prediction, and quality-risk scoring.</a:t>
            </a:r>
          </a:p>
          <a:p>
            <a:endParaRPr lang="en-IN" sz="1800" dirty="0"/>
          </a:p>
          <a:p>
            <a:r>
              <a:rPr lang="en-IN" sz="1800" dirty="0"/>
              <a:t>• </a:t>
            </a:r>
            <a:r>
              <a:rPr lang="en-IN" sz="1800" b="1" dirty="0"/>
              <a:t>React.js + </a:t>
            </a:r>
            <a:r>
              <a:rPr lang="en-IN" sz="1800" b="1" dirty="0" err="1"/>
              <a:t>FastAPI</a:t>
            </a:r>
            <a:r>
              <a:rPr lang="en-IN" sz="1800" dirty="0"/>
              <a:t> – For the interactive quality dashboard and backend APIs.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3603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u="sng" dirty="0">
                <a:sym typeface="Times New Roman"/>
              </a:rPr>
              <a:t>Required Files created using IBM bob </a:t>
            </a:r>
            <a:r>
              <a:rPr lang="en-US" sz="2400" b="1" dirty="0">
                <a:sym typeface="Times New Roman"/>
              </a:rPr>
              <a:t>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2264331" y="968392"/>
            <a:ext cx="7207045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endParaRPr lang="en-US" sz="1600" dirty="0"/>
          </a:p>
          <a:p>
            <a:pPr lvl="0"/>
            <a:r>
              <a:rPr lang="en-IN" sz="1600" b="1" dirty="0"/>
              <a:t>1. app.py</a:t>
            </a:r>
            <a:r>
              <a:rPr lang="en-IN" sz="1600" dirty="0"/>
              <a:t> – Main application / API entry point </a:t>
            </a:r>
          </a:p>
          <a:p>
            <a:pPr lvl="0"/>
            <a:endParaRPr lang="en-IN" sz="1600" dirty="0"/>
          </a:p>
          <a:p>
            <a:pPr lvl="0"/>
            <a:r>
              <a:rPr lang="en-IN" sz="1600" b="1" dirty="0"/>
              <a:t>2. requirements.txt</a:t>
            </a:r>
            <a:r>
              <a:rPr lang="en-IN" sz="1600" dirty="0"/>
              <a:t> – Required Python libraries </a:t>
            </a:r>
          </a:p>
          <a:p>
            <a:pPr lvl="0"/>
            <a:endParaRPr lang="en-IN" sz="1600" dirty="0"/>
          </a:p>
          <a:p>
            <a:pPr lvl="0"/>
            <a:r>
              <a:rPr lang="en-IN" sz="1600" b="1" dirty="0"/>
              <a:t>3.style.css</a:t>
            </a:r>
            <a:r>
              <a:rPr lang="en-IN" sz="1600" dirty="0"/>
              <a:t> – Dashboard styling </a:t>
            </a:r>
          </a:p>
          <a:p>
            <a:pPr lvl="0"/>
            <a:endParaRPr lang="en-IN" sz="1600" dirty="0"/>
          </a:p>
          <a:p>
            <a:pPr lvl="0"/>
            <a:r>
              <a:rPr lang="en-IN" sz="1600" b="1" dirty="0"/>
              <a:t>4 .env</a:t>
            </a:r>
            <a:r>
              <a:rPr lang="en-IN" sz="1600" dirty="0"/>
              <a:t> – API keys and environment configuration </a:t>
            </a:r>
          </a:p>
          <a:p>
            <a:pPr lvl="0"/>
            <a:endParaRPr lang="en-IN" sz="1600" dirty="0"/>
          </a:p>
          <a:p>
            <a:pPr lvl="0"/>
            <a:r>
              <a:rPr lang="en-IN" sz="1600" b="1" dirty="0"/>
              <a:t>5. index.html</a:t>
            </a:r>
            <a:r>
              <a:rPr lang="en-IN" sz="1600" dirty="0"/>
              <a:t> – Web dashboard interface </a:t>
            </a:r>
          </a:p>
          <a:p>
            <a:pPr lvl="0"/>
            <a:endParaRPr lang="en-IN" sz="1600" dirty="0"/>
          </a:p>
          <a:p>
            <a:pPr lvl="0"/>
            <a:r>
              <a:rPr lang="en-IN" sz="1600" b="1" dirty="0"/>
              <a:t>6. agents.py</a:t>
            </a:r>
            <a:r>
              <a:rPr lang="en-IN" sz="1600" dirty="0"/>
              <a:t> – Multi-agent workflow and agent coordination </a:t>
            </a:r>
          </a:p>
          <a:p>
            <a:pPr lvl="0"/>
            <a:endParaRPr lang="en-IN" sz="1600" dirty="0"/>
          </a:p>
          <a:p>
            <a:pPr lvl="0"/>
            <a:r>
              <a:rPr lang="en-IN" sz="1600" b="1" dirty="0"/>
              <a:t>7. rag.py</a:t>
            </a:r>
            <a:r>
              <a:rPr lang="en-IN" sz="1600" dirty="0"/>
              <a:t> – Manufacturing document retrieval using RAG </a:t>
            </a:r>
          </a:p>
          <a:p>
            <a:pPr lvl="0"/>
            <a:endParaRPr lang="en-IN" sz="1600" dirty="0"/>
          </a:p>
          <a:p>
            <a:pPr lvl="0"/>
            <a:r>
              <a:rPr lang="en-IN" sz="1600" b="1" dirty="0"/>
              <a:t>8. quality_model.py</a:t>
            </a:r>
            <a:r>
              <a:rPr lang="en-IN" sz="1600" dirty="0"/>
              <a:t> – Anomaly and defect prediction logic</a:t>
            </a:r>
          </a:p>
          <a:p>
            <a:pPr lvl="0"/>
            <a:r>
              <a:rPr lang="en-IN" sz="1600" dirty="0"/>
              <a:t> </a:t>
            </a:r>
          </a:p>
          <a:p>
            <a:pPr lvl="0"/>
            <a:r>
              <a:rPr lang="en-IN" sz="1600" b="1" dirty="0"/>
              <a:t>9. dashboard.js</a:t>
            </a:r>
            <a:r>
              <a:rPr lang="en-IN" sz="1600" dirty="0"/>
              <a:t> – Real-time quality metrics and alerts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114963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sng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 u="sng" dirty="0"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D07768-9AD5-5F50-225F-501DF330D1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13" b="4713"/>
          <a:stretch>
            <a:fillRect/>
          </a:stretch>
        </p:blipFill>
        <p:spPr>
          <a:xfrm>
            <a:off x="1283110" y="1017553"/>
            <a:ext cx="9625780" cy="544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545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70076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1437132" y="273631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/>
              <a:t>Role of Agentic AI in the solution </a:t>
            </a:r>
            <a:endParaRPr lang="en-IN" sz="3200" b="1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484140" y="1069170"/>
            <a:ext cx="836489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/>
              <a:t>• </a:t>
            </a:r>
            <a:r>
              <a:rPr lang="en-IN" sz="1800" b="1" dirty="0"/>
              <a:t>Autonomous Monitoring Agent</a:t>
            </a:r>
            <a:r>
              <a:rPr lang="en-IN" sz="1800" dirty="0"/>
              <a:t> – Continuously monitors machine and sensor data to identify abnormal conditions.</a:t>
            </a:r>
          </a:p>
          <a:p>
            <a:endParaRPr lang="en-IN" sz="1800" dirty="0"/>
          </a:p>
          <a:p>
            <a:r>
              <a:rPr lang="en-IN" sz="1800" dirty="0"/>
              <a:t>• </a:t>
            </a:r>
            <a:r>
              <a:rPr lang="en-IN" sz="1800" b="1" dirty="0"/>
              <a:t>Quality Analysis Agent</a:t>
            </a:r>
            <a:r>
              <a:rPr lang="en-IN" sz="1800" dirty="0"/>
              <a:t> – </a:t>
            </a:r>
            <a:r>
              <a:rPr lang="en-IN" sz="1800" dirty="0" err="1"/>
              <a:t>Analyzes</a:t>
            </a:r>
            <a:r>
              <a:rPr lang="en-IN" sz="1800" dirty="0"/>
              <a:t> process variations and determines potential quality deviations.</a:t>
            </a:r>
          </a:p>
          <a:p>
            <a:endParaRPr lang="en-IN" sz="1800" dirty="0"/>
          </a:p>
          <a:p>
            <a:r>
              <a:rPr lang="en-IN" sz="1800" dirty="0"/>
              <a:t>• </a:t>
            </a:r>
            <a:r>
              <a:rPr lang="en-IN" sz="1800" b="1" dirty="0"/>
              <a:t>Defect Prediction Agent</a:t>
            </a:r>
            <a:r>
              <a:rPr lang="en-IN" sz="1800" dirty="0"/>
              <a:t> – Predicts the likelihood of defects using historical and real-time production data.</a:t>
            </a:r>
          </a:p>
          <a:p>
            <a:endParaRPr lang="en-IN" sz="1800" dirty="0"/>
          </a:p>
          <a:p>
            <a:r>
              <a:rPr lang="en-IN" sz="1800" dirty="0"/>
              <a:t>• </a:t>
            </a:r>
            <a:r>
              <a:rPr lang="en-IN" sz="1800" b="1" dirty="0"/>
              <a:t>Optimization Agent</a:t>
            </a:r>
            <a:r>
              <a:rPr lang="en-IN" sz="1800" dirty="0"/>
              <a:t> – Recommends corrective actions such as adjusting temperature, pressure, speed, or other process parameters.</a:t>
            </a:r>
          </a:p>
          <a:p>
            <a:endParaRPr lang="en-IN" sz="1800" dirty="0"/>
          </a:p>
          <a:p>
            <a:r>
              <a:rPr lang="en-IN" sz="1800" dirty="0"/>
              <a:t>• </a:t>
            </a:r>
            <a:r>
              <a:rPr lang="en-IN" sz="1800" b="1" dirty="0"/>
              <a:t>AI Reporting Agent</a:t>
            </a:r>
            <a:r>
              <a:rPr lang="en-IN" sz="1800" dirty="0"/>
              <a:t> – Automatically generates quality insights, alerts, and reports for production engineers.</a:t>
            </a:r>
          </a:p>
          <a:p>
            <a:endParaRPr lang="en-IN" sz="1800" dirty="0"/>
          </a:p>
          <a:p>
            <a:r>
              <a:rPr lang="en-IN" sz="1800" b="1" dirty="0"/>
              <a:t>Overall Role:</a:t>
            </a:r>
            <a:r>
              <a:rPr lang="en-IN" sz="1800" dirty="0"/>
              <a:t> Agentic AI connects these specialized agents into a </a:t>
            </a:r>
            <a:r>
              <a:rPr lang="en-IN" sz="1800" b="1" dirty="0"/>
              <a:t>continuous Monitor → </a:t>
            </a:r>
            <a:r>
              <a:rPr lang="en-IN" sz="1800" b="1" dirty="0" err="1"/>
              <a:t>Analyze</a:t>
            </a:r>
            <a:r>
              <a:rPr lang="en-IN" sz="1800" b="1" dirty="0"/>
              <a:t> → Predict → Optimize → Report loop</a:t>
            </a:r>
            <a:r>
              <a:rPr lang="en-IN" sz="1800" dirty="0"/>
              <a:t>, enabling proactive quality control instead of reactive inspection.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000696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1863F011-FD59-2782-3732-0E326317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8DA0257-5105-834D-150D-50732C7248D1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 </a:t>
            </a:r>
            <a:r>
              <a:rPr lang="en-US" sz="2400" b="1" u="sng" dirty="0">
                <a:sym typeface="Times New Roman"/>
              </a:rPr>
              <a:t>Project Output Screenshot</a:t>
            </a:r>
            <a:endParaRPr sz="2400" b="1" u="sng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827D77C8-2496-7668-B3B3-927FD4DB704D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6BDB3C0-B0E9-3C3A-A974-6BF43591F3FC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8CB1AEC3-7C17-0CCE-61FA-643373D6AE2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A977A3-5FA0-8FF5-E1D1-86C9ED67651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30D82A-AD33-3B35-DC32-38B3040BBC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82" b="4436"/>
          <a:stretch>
            <a:fillRect/>
          </a:stretch>
        </p:blipFill>
        <p:spPr>
          <a:xfrm>
            <a:off x="816077" y="953729"/>
            <a:ext cx="10559845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961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A1254DC3-8448-76A3-8631-9484D98C8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A5DD5E73-E4F8-AB1C-5A5A-D4EBAD6FD1B8}"/>
              </a:ext>
            </a:extLst>
          </p:cNvPr>
          <p:cNvSpPr/>
          <p:nvPr/>
        </p:nvSpPr>
        <p:spPr>
          <a:xfrm>
            <a:off x="458305" y="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 </a:t>
            </a:r>
            <a:r>
              <a:rPr lang="en-US" sz="2400" b="1" u="sng" dirty="0">
                <a:sym typeface="Times New Roman"/>
              </a:rPr>
              <a:t>Project Output Screenshot</a:t>
            </a:r>
            <a:endParaRPr sz="2400" b="1" u="sng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6E4A7DC-3E1D-42C4-3256-8A3109D5036E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1EC4E285-5561-2096-3270-252023A42F4B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A8B1B6D-C213-0DFE-C434-B14C5F9945F5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92D13D-6B69-03D8-BA22-587B943A257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7D0686-C81E-2589-DB05-16D6E22ABE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94" b="5473"/>
          <a:stretch>
            <a:fillRect/>
          </a:stretch>
        </p:blipFill>
        <p:spPr>
          <a:xfrm>
            <a:off x="953491" y="674998"/>
            <a:ext cx="10285018" cy="5969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092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67AD5A0A-54A3-BC96-26BB-9C49B61555EC}"/>
              </a:ext>
            </a:extLst>
          </p:cNvPr>
          <p:cNvSpPr/>
          <p:nvPr/>
        </p:nvSpPr>
        <p:spPr>
          <a:xfrm>
            <a:off x="556628" y="102922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 </a:t>
            </a:r>
            <a:r>
              <a:rPr lang="en-US" sz="2400" b="1" u="sng" dirty="0">
                <a:sym typeface="Times New Roman"/>
              </a:rPr>
              <a:t>Project Output Screenshot</a:t>
            </a:r>
            <a:endParaRPr sz="2400" b="1" u="sng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12490E1-7210-03FA-8406-7044E50A98B3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D0575C07-AA6B-0149-734C-B101314C9343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77B9C142-F05E-0FCB-045D-6B4B10F795C3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5001C-8880-8B09-8704-29D3F62E7A03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>
                <a:solidFill>
                  <a:srgbClr val="FF0000"/>
                </a:solidFill>
              </a:rPr>
              <a:t>You can take 2-3 more slides for each screenshot</a:t>
            </a:r>
            <a:endParaRPr lang="en-IN" sz="200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673A9B-F74A-C92C-EEAD-504DFEE0D4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32" b="5520"/>
          <a:stretch>
            <a:fillRect/>
          </a:stretch>
        </p:blipFill>
        <p:spPr>
          <a:xfrm>
            <a:off x="1052052" y="848407"/>
            <a:ext cx="10864644" cy="578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07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Novelty and Uniqueness</a:t>
            </a:r>
            <a:endParaRPr lang="en-IN" sz="2400" b="1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• </a:t>
            </a:r>
            <a:r>
              <a:rPr lang="en-IN" sz="1600" b="1" dirty="0"/>
              <a:t>Proactive Quality Control</a:t>
            </a:r>
            <a:r>
              <a:rPr lang="en-IN" sz="1600" dirty="0"/>
              <a:t> – Predicts defects </a:t>
            </a:r>
            <a:r>
              <a:rPr lang="en-IN" sz="1600" dirty="0">
                <a:solidFill>
                  <a:schemeClr val="tx1"/>
                </a:solidFill>
              </a:rPr>
              <a:t>before production failures occur</a:t>
            </a:r>
            <a:r>
              <a:rPr lang="en-IN" sz="1600" dirty="0"/>
              <a:t>, rather than relying only on final inspection.</a:t>
            </a:r>
          </a:p>
          <a:p>
            <a:endParaRPr lang="en-IN" sz="1600" dirty="0"/>
          </a:p>
          <a:p>
            <a:r>
              <a:rPr lang="en-IN" sz="1600" dirty="0"/>
              <a:t>• </a:t>
            </a:r>
            <a:r>
              <a:rPr lang="en-IN" sz="1600" b="1" dirty="0"/>
              <a:t>Multi-Agent Intelligence</a:t>
            </a:r>
            <a:r>
              <a:rPr lang="en-IN" sz="1600" dirty="0"/>
              <a:t> – Specialized AI agents collaborate to monitor, </a:t>
            </a:r>
            <a:r>
              <a:rPr lang="en-IN" sz="1600" dirty="0" err="1"/>
              <a:t>analyze</a:t>
            </a:r>
            <a:r>
              <a:rPr lang="en-IN" sz="1600" dirty="0"/>
              <a:t>, predict, optimize, and report quality issues.</a:t>
            </a:r>
          </a:p>
          <a:p>
            <a:endParaRPr lang="en-IN" sz="1600" dirty="0"/>
          </a:p>
          <a:p>
            <a:r>
              <a:rPr lang="en-IN" sz="1600" dirty="0"/>
              <a:t>• </a:t>
            </a:r>
            <a:r>
              <a:rPr lang="en-IN" sz="1600" b="1" dirty="0"/>
              <a:t>AI Root-Cause Insights</a:t>
            </a:r>
            <a:r>
              <a:rPr lang="en-IN" sz="1600" dirty="0"/>
              <a:t> – Identifies likely causes behind quality deviations by connecting machine parameters, material data, and historical records.</a:t>
            </a:r>
          </a:p>
          <a:p>
            <a:endParaRPr lang="en-IN" sz="1600" dirty="0"/>
          </a:p>
          <a:p>
            <a:r>
              <a:rPr lang="en-IN" sz="1600" dirty="0"/>
              <a:t>• </a:t>
            </a:r>
            <a:r>
              <a:rPr lang="en-IN" sz="1600" b="1" dirty="0"/>
              <a:t>RAG-Powered Recommendations</a:t>
            </a:r>
            <a:r>
              <a:rPr lang="en-IN" sz="1600" dirty="0"/>
              <a:t> – Uses manufacturing SOPs, machine manuals, quality standards, and past inspection records to provide context-aware corrective actions.</a:t>
            </a:r>
          </a:p>
          <a:p>
            <a:endParaRPr lang="en-IN" sz="1600" dirty="0"/>
          </a:p>
          <a:p>
            <a:r>
              <a:rPr lang="en-IN" sz="1600" dirty="0"/>
              <a:t>• </a:t>
            </a:r>
            <a:r>
              <a:rPr lang="en-IN" sz="1600" b="1" dirty="0"/>
              <a:t>Dynamic Risk Scoring</a:t>
            </a:r>
            <a:r>
              <a:rPr lang="en-IN" sz="1600" dirty="0"/>
              <a:t> – Generates a continuously updated Quality Risk Score for machines and production processes.</a:t>
            </a:r>
          </a:p>
          <a:p>
            <a:endParaRPr lang="en-IN" sz="1600" dirty="0"/>
          </a:p>
          <a:p>
            <a:r>
              <a:rPr lang="en-IN" sz="1600" dirty="0"/>
              <a:t>• </a:t>
            </a:r>
            <a:r>
              <a:rPr lang="en-IN" sz="1600" b="1" dirty="0"/>
              <a:t>Human-in-the-Loop</a:t>
            </a:r>
            <a:r>
              <a:rPr lang="en-IN" sz="1600" dirty="0"/>
              <a:t> – Engineers remain in control by reviewing and approving AI recommendations before critical process changes.</a:t>
            </a:r>
          </a:p>
          <a:p>
            <a:endParaRPr lang="en-IN" sz="1600" dirty="0"/>
          </a:p>
          <a:p>
            <a:r>
              <a:rPr lang="en-IN" sz="1600" b="1" dirty="0"/>
              <a:t>Unique Value:</a:t>
            </a:r>
            <a:r>
              <a:rPr lang="en-IN" sz="1600" dirty="0"/>
              <a:t> A shift from “Detect Defects After Production” → “Predict, Prevent &amp; Optimize Quality Before Defects Occur.”</a:t>
            </a:r>
          </a:p>
          <a:p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2325282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29969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u="sng" dirty="0">
                <a:sym typeface="Times New Roman"/>
              </a:rPr>
              <a:t>Git Hub Link</a:t>
            </a:r>
            <a:endParaRPr sz="2400" b="1" u="sng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488710" y="815023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</a:t>
            </a:r>
            <a:r>
              <a:rPr lang="en-US" sz="200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–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https://github.com/sudha09-git/forgeguard-ai.git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F0770C-58C2-A51C-5F6A-0D1B0F5F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74" b="6135"/>
          <a:stretch>
            <a:fillRect/>
          </a:stretch>
        </p:blipFill>
        <p:spPr>
          <a:xfrm>
            <a:off x="1218724" y="1561888"/>
            <a:ext cx="8809703" cy="4996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412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087493" y="405561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u="sng" dirty="0">
                <a:sym typeface="Times New Roman"/>
              </a:rPr>
              <a:t>Future Scope </a:t>
            </a:r>
            <a:endParaRPr sz="2400" b="1" u="sng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087493" y="1418360"/>
            <a:ext cx="11071599" cy="5636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IN" sz="2000" dirty="0"/>
              <a:t>• </a:t>
            </a:r>
            <a:r>
              <a:rPr lang="en-IN" sz="2000" b="1" dirty="0"/>
              <a:t>IoT &amp; Computer Vision Integration</a:t>
            </a:r>
            <a:r>
              <a:rPr lang="en-IN" sz="2000" dirty="0"/>
              <a:t> – Integrate industrial IoT sensors and camera-based vision systems for real-time monitoring and automated detection of machine abnormalities, surface defects, and dimensional errors.</a:t>
            </a:r>
          </a:p>
          <a:p>
            <a:endParaRPr lang="en-IN" sz="2000" dirty="0"/>
          </a:p>
          <a:p>
            <a:endParaRPr lang="en-IN" sz="2000" dirty="0"/>
          </a:p>
          <a:p>
            <a:r>
              <a:rPr lang="en-IN" sz="2000" dirty="0"/>
              <a:t>• </a:t>
            </a:r>
            <a:r>
              <a:rPr lang="en-IN" sz="2000" b="1" dirty="0"/>
              <a:t>Predictive Maintenance</a:t>
            </a:r>
            <a:r>
              <a:rPr lang="en-IN" sz="2000" dirty="0"/>
              <a:t> – Extend the platform to predict machine failures in advance, enabling timely maintenance and reducing unexpected downtime and production losses.</a:t>
            </a:r>
          </a:p>
          <a:p>
            <a:endParaRPr lang="en-IN" sz="2000" dirty="0"/>
          </a:p>
          <a:p>
            <a:endParaRPr lang="en-IN" sz="2000" dirty="0"/>
          </a:p>
          <a:p>
            <a:r>
              <a:rPr lang="en-IN" sz="2000" dirty="0"/>
              <a:t>• </a:t>
            </a:r>
            <a:r>
              <a:rPr lang="en-IN" sz="2000" b="1" dirty="0"/>
              <a:t>Digital Twin &amp; Autonomous Optimization</a:t>
            </a:r>
            <a:r>
              <a:rPr lang="en-IN" sz="2000" dirty="0"/>
              <a:t> – Introduce digital-twin technology to simulate process changes and allow AI agents to identify optimal production parameters for safer, more efficient, and consistent manufacturing.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087493" y="5658822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0028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u="sng" dirty="0"/>
              <a:t>Certificates Earned:</a:t>
            </a:r>
          </a:p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B8B681-E549-E4E2-038B-B3E8854372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210" t="14624" r="21451" b="6380"/>
          <a:stretch>
            <a:fillRect/>
          </a:stretch>
        </p:blipFill>
        <p:spPr>
          <a:xfrm>
            <a:off x="1592825" y="1051636"/>
            <a:ext cx="9006349" cy="541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4827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sng" strike="noStrike" baseline="0" dirty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 u="sng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 u="sng" dirty="0"/>
          </a:p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06481A-9568-74E7-51CB-429B43AC6A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952" t="14911" r="19113" b="6093"/>
          <a:stretch>
            <a:fillRect/>
          </a:stretch>
        </p:blipFill>
        <p:spPr>
          <a:xfrm>
            <a:off x="1612490" y="1129641"/>
            <a:ext cx="8593393" cy="5585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1777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0137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1244</Words>
  <Application>Microsoft Office PowerPoint</Application>
  <PresentationFormat>Widescreen</PresentationFormat>
  <Paragraphs>160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sudha rajput</cp:lastModifiedBy>
  <cp:revision>3</cp:revision>
  <dcterms:created xsi:type="dcterms:W3CDTF">2025-07-08T05:06:56Z</dcterms:created>
  <dcterms:modified xsi:type="dcterms:W3CDTF">2026-09-10T10:04:25Z</dcterms:modified>
</cp:coreProperties>
</file>