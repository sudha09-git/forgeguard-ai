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a:t>IBM Bob,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a:t>IBM Bob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IBM Bob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a:p>
          <a:p>
            <a:pPr marL="342900" indent="-342900">
              <a:buFont typeface="+mj-lt"/>
              <a:buAutoNum type="arabicPeriod"/>
            </a:pPr>
            <a:r>
              <a:rPr lang="en-US" sz="1800"/>
              <a:t>App.py</a:t>
            </a:r>
          </a:p>
          <a:p>
            <a:pPr marL="342900" indent="-342900">
              <a:buFont typeface="+mj-lt"/>
              <a:buAutoNum type="arabicPeriod"/>
            </a:pPr>
            <a:endParaRPr lang="en-US" sz="1800"/>
          </a:p>
          <a:p>
            <a:pPr marL="342900" indent="-342900">
              <a:buFont typeface="+mj-lt"/>
              <a:buAutoNum type="arabicPeriod"/>
            </a:pPr>
            <a:r>
              <a:rPr lang="en-US" sz="1800"/>
              <a:t>Requirements.txt</a:t>
            </a:r>
          </a:p>
          <a:p>
            <a:pPr marL="342900" indent="-342900">
              <a:buFont typeface="+mj-lt"/>
              <a:buAutoNum type="arabicPeriod"/>
            </a:pPr>
            <a:endParaRPr lang="en-US" sz="1800"/>
          </a:p>
          <a:p>
            <a:pPr marL="342900" indent="-342900">
              <a:buFont typeface="+mj-lt"/>
              <a:buAutoNum type="arabicPeriod"/>
            </a:pPr>
            <a:r>
              <a:rPr lang="en-US" sz="1800"/>
              <a:t>Style.css </a:t>
            </a:r>
          </a:p>
          <a:p>
            <a:pPr marL="342900" indent="-342900">
              <a:buFont typeface="+mj-lt"/>
              <a:buAutoNum type="arabicPeriod"/>
            </a:pPr>
            <a:endParaRPr lang="en-US" sz="1800"/>
          </a:p>
          <a:p>
            <a:pPr marL="342900" indent="-342900">
              <a:buFont typeface="+mj-lt"/>
              <a:buAutoNum type="arabicPeriod"/>
            </a:pPr>
            <a:r>
              <a:rPr lang="en-US" sz="1800"/>
              <a:t>.env</a:t>
            </a:r>
          </a:p>
          <a:p>
            <a:pPr marL="342900" indent="-342900">
              <a:buFont typeface="+mj-lt"/>
              <a:buAutoNum type="arabicPeriod"/>
            </a:pPr>
            <a:endParaRPr lang="en-US" sz="1800"/>
          </a:p>
          <a:p>
            <a:pPr marL="342900" indent="-342900">
              <a:buFont typeface="+mj-lt"/>
              <a:buAutoNum type="arabicPeriod"/>
            </a:pPr>
            <a:r>
              <a:rPr lang="en-US" sz="1800"/>
              <a:t>Index.html</a:t>
            </a:r>
          </a:p>
          <a:p>
            <a:endParaRPr lang="en-US"/>
          </a:p>
          <a:p>
            <a:endParaRPr lang="en-US"/>
          </a:p>
          <a:p>
            <a:endParaRPr lang="en-US"/>
          </a:p>
          <a:p>
            <a:endParaRPr lang="en-US"/>
          </a:p>
          <a:p>
            <a:endParaRPr lang="en-US"/>
          </a:p>
          <a:p>
            <a:endParaRPr lang="en-US"/>
          </a:p>
          <a:p>
            <a:endParaRPr lang="en-US"/>
          </a:p>
          <a:p>
            <a:endParaRPr lang="en-US"/>
          </a:p>
          <a:p>
            <a:r>
              <a:rPr lang="en-US"/>
              <a:t> </a:t>
            </a:r>
            <a:endParaRPr lang="en-IN"/>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tretch>
            <a:fillRect/>
          </a:stretch>
        </p:blipFill>
        <p:spPr>
          <a:xfrm>
            <a:off x="4014215" y="1860506"/>
            <a:ext cx="7868367"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tretch>
            <a:fillRect/>
          </a:stretch>
        </p:blipFill>
        <p:spPr>
          <a:xfrm>
            <a:off x="1371600" y="964760"/>
            <a:ext cx="9217740" cy="5728648"/>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16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2</cp:revision>
  <dcterms:created xsi:type="dcterms:W3CDTF">2025-07-08T05:06:56Z</dcterms:created>
  <dcterms:modified xsi:type="dcterms:W3CDTF">2026-09-08T10:10:48Z</dcterms:modified>
</cp:coreProperties>
</file>